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重点讲OEE差距。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开场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部门 ｜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 lnSpcReduction="20000"/>
          </a:bodyPr>
          <a:lstStyle/>
          <a:p>
            <a:r>
              <a:t>产线数据孤岛导致交付周期长、质量追溯难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20000"/>
          </a:bodyPr>
          <a:lstStyle/>
          <a:p>
            <a:pPr/>
            <a:r>
              <a:t>现状：12条产线使用7套独立系统，数据口径不统一，月度经营分析需要人工汇总3天以上</a:t>
            </a:r>
          </a:p>
          <a:p>
            <a:pPr lvl="1"/>
            <a:r>
              <a:t>质量问题平均追溯时间达到36小时，客户投诉响应慢</a:t>
            </a:r>
          </a:p>
          <a:p>
            <a:pPr/>
            <a:r>
              <a:t>痛点：设备综合效率（OEE）仅为61%，低于行业标杆约15个百分点</a:t>
            </a:r>
          </a:p>
          <a:p>
            <a:pPr lvl="1"/>
            <a:r>
              <a:t>停机原因依赖纸质台账记录，无法开展根因分析</a:t>
            </a:r>
          </a:p>
          <a:p>
            <a:pPr/>
            <a:r>
              <a:t>目标：18个月内实现全厂数据贯通，OEE提升至75%，交付周期缩短20%</a:t>
            </a:r>
          </a:p>
        </p:txBody>
      </p:sp>
      <p:sp>
        <p:nvSpPr>
          <p:cNvPr id="4" name="卡片1"/>
          <p:cNvSpPr txBox="1"/>
          <p:nvPr/>
        </p:nvSpPr>
        <p:spPr>
          <a:xfrm>
            <a:off x="7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统一采集12条产线、400余台设备的实时数据，建立主数据标准。</a:t>
            </a:r>
          </a:p>
        </p:txBody>
      </p:sp>
      <p:sp>
        <p:nvSpPr>
          <p:cNvPr id="5" name="卡片2"/>
          <p:cNvSpPr txBox="1"/>
          <p:nvPr/>
        </p:nvSpPr>
        <p:spPr>
          <a:xfrm>
            <a:off x="43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边缘网关接入PLC与传感器，异常提前48小时预警，工单自动派发。</a:t>
            </a:r>
          </a:p>
        </p:txBody>
      </p:sp>
      <p:sp>
        <p:nvSpPr>
          <p:cNvPr id="6" name="卡片3"/>
          <p:cNvSpPr txBox="1"/>
          <p:nvPr/>
        </p:nvSpPr>
        <p:spPr>
          <a:xfrm>
            <a:off x="79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以批次码串联来料、加工、检验与发运，追溯时间缩短到15分钟。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