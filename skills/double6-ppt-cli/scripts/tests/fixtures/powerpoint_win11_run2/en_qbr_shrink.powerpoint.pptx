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44.5</c:v>
                </c:pt>
                <c:pt idx="2">
                  <c:v>48.2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DA-4510-AB63-B097FC8576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03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Welcome everyone. Keep this under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Pause after the margin line.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Priorities for next quarter.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180"/>
              <a:t>Q3 FY2026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Strategy Office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720"/>
              <a:t>Revenue reached $48.2M, up 18% year over year and 6% above plan</a:t>
            </a:r>
          </a:p>
          <a:p>
            <a:pPr lvl="1"/>
            <a:r>
              <a:rPr sz="2380"/>
              <a:t>Growth driven by three new strategic accounts in the DACH and Nordics regions</a:t>
            </a:r>
          </a:p>
          <a:p>
            <a:r>
              <a:rPr sz="2720"/>
              <a:t>Gross margin improved to 64.1% as discounting discipline held across all segments</a:t>
            </a:r>
          </a:p>
          <a:p>
            <a:pPr lvl="1"/>
            <a:r>
              <a:rPr sz="2380"/>
              <a:t>Average discount on new business fell from 22% to 14%</a:t>
            </a:r>
          </a:p>
          <a:p>
            <a:r>
              <a:rPr sz="2720"/>
              <a:t>Pipeline coverage for next quarter stands at 3.4x with healthy late-stage mix</a:t>
            </a:r>
          </a:p>
        </p:txBody>
      </p:sp>
      <p:sp>
        <p:nvSpPr>
          <p:cNvPr id="4" name="KPI Callout"/>
          <p:cNvSpPr txBox="1"/>
          <p:nvPr/>
        </p:nvSpPr>
        <p:spPr>
          <a:xfrm>
            <a:off x="700000" y="59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Revenue: </a:t>
            </a:r>
            <a:r>
              <a:rPr sz="1800"/>
              <a:t>48.2M 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push dir="r"/>
      </p:transition>
    </mc:Choice>
    <mc:Fallback>
      <p:transition spd="med">
        <p:push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00000" y="1700000"/>
          <a:ext cx="60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t>Won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000000" y="1700000"/>
          <a:ext cx="4500000" cy="3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Close three public sector deals</a:t>
            </a:r>
          </a:p>
          <a:p>
            <a:r>
              <a:t>Hire two account executives</a:t>
            </a:r>
          </a:p>
          <a:p>
            <a:r>
              <a:t>Launch the partner program</a:t>
            </a:r>
          </a:p>
        </p:txBody>
      </p:sp>
      <p:sp>
        <p:nvSpPr>
          <p:cNvPr id="4" name="KPI Callout"/>
          <p:cNvSpPr txBox="1"/>
          <p:nvPr/>
        </p:nvSpPr>
        <p:spPr>
          <a:xfrm>
            <a:off x="700000" y="59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Revenue: </a:t>
            </a:r>
            <a:r>
              <a:rPr sz="1800"/>
              <a:t>12.5M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</Words>
  <Application>Microsoft Office PowerPoint</Application>
  <PresentationFormat>宽屏</PresentationFormat>
  <Paragraphs>27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Q3 FY2026 Quarterly Business Review</vt:lpstr>
      <vt:lpstr>Executive summary</vt:lpstr>
      <vt:lpstr>Pipeline</vt:lpstr>
      <vt:lpstr>Executive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马 乔</cp:lastModifiedBy>
  <cp:revision>2</cp:revision>
  <dcterms:created xsi:type="dcterms:W3CDTF">2013-01-27T09:14:16Z</dcterms:created>
  <dcterms:modified xsi:type="dcterms:W3CDTF">2026-10-15T02:13:03Z</dcterms:modified>
  <cp:category/>
</cp:coreProperties>
</file>